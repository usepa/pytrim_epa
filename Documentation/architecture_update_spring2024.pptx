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693A-4B91-D110-3D05-F643AF40F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D9F35-A3D1-E36C-3CEC-74B045996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A4028-E766-E0B3-12DE-BA731AEF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65DF2-C855-7A03-99E1-2455D24BA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240BD-94BC-B396-6386-468CA377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34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D47E-11BD-3A19-4A8F-8FDD0390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F861-72E9-D9B4-F117-034CA9DF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F6F59-9432-E013-EF96-029BA9BE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CB2C-652C-D601-C749-762465B8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35EDD-1207-3748-9F13-1B25B4C7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39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5369-DD7A-8BB1-A17B-033461C84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7BF94-C11B-6849-CFD3-F1088FABF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9BC7D-A209-172B-249B-1199476D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AB899-6C1B-5909-A6E8-380F95BAE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5E216-9AED-EEA5-13EF-F58291A77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4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638F-2949-7479-C3C7-FAB99320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D4E7-FF07-DBE0-619E-2D8BCA17A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2DC9E-28E2-5D27-FF48-1EF48245C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5A4C-94C1-CB66-D472-B8A9683D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DBA37-E6A8-51A0-A8A6-13CCC703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046A0-63C6-79AA-0FE4-48062E3A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8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C64F2-E671-9E5D-8D78-B38AED756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E8472-99F0-F52F-FC4D-D1A15954E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9EFC6-312C-475A-974B-5F2565FEF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492E-4DE0-19E5-E1BE-5CD723BE0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0127B-868C-DB76-A005-7D28D92CA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18051-FBF4-B905-687E-E1023470D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F60E4A-51EF-BBA6-A800-BA163A37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5F6BB-5554-6C8E-CA39-5F47A964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1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E582-A4DA-DE3C-B62A-5A490BA6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62577-800B-339E-47B3-3EAF2EAA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4C2B9-555C-A6C5-B9A4-EB9EC56F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BF389-82C0-DEAE-7089-7811C79A0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76E2E-D86A-501E-5773-B4196424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36376-6666-3963-A793-BAA89C87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C2C8A-051D-556C-40F8-68EB0961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EF63-6CE1-EB30-47BC-67AC2AA8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66F0-667F-5A62-B72A-162BC5ABA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1B49B-8964-3B51-ED1A-D93A1334D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3461F-154B-AC57-EE4E-A0F7E7445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35F2C-FC42-6D39-938B-AE17509E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4F24F-9EAF-4ED2-6478-1DEBBAC0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0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BCDC-22B4-D0BB-2DBB-8D0D01D2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A5C13-27B2-B3F6-F8B5-99069510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0FDEC-3E44-26AD-A1D7-71E36C281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8B4C9-927E-FE27-9F78-847A65102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47D16-FC70-55BC-0161-529FE1BF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F7465-D9E5-CF38-B964-78A49418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20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2BBD-B6E6-7535-7CB9-0D8C2F47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43535-FFAD-94F1-9393-7F1A63784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3C95-C945-CCE4-682B-30A59FDC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93511-84AE-FFD7-A7EA-FF2EEBF9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10B3C-DEA5-F516-C17A-1CC66137B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4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31B738-549A-B191-ABD0-2848BC508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5D054-F162-606E-9054-FC745F1B4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7E188-558A-5D36-EF80-BBC41BDC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31062-8BE1-9F76-F5C9-DF379404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CA289-B938-3A6B-92B8-5667539A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4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4FF2E8-1BFE-E4C0-43CB-994EC2F3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38A6F-B605-EBB5-3328-90019322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BA6B9-14B8-E8FF-D78F-EDAE4ACA6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2AED3-9932-6D42-8EB4-CE6923C7A5B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914B1-1AE3-FCBC-C673-3374F7FCC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7FF57-C7CD-221C-96C6-77EA5BA19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3BB83-DAD7-DA40-B738-0032B611F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7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oupIcon" descr="Example of AWS Cloud group, represented as a rectangle with AWS logo at the top left, and AWS Cloud as a title.">
            <a:extLst>
              <a:ext uri="{FF2B5EF4-FFF2-40B4-BE49-F238E27FC236}">
                <a16:creationId xmlns:a16="http://schemas.microsoft.com/office/drawing/2014/main" id="{48A14BD6-A9D1-8508-CE4B-EBFE548C9B26}"/>
              </a:ext>
            </a:extLst>
          </p:cNvPr>
          <p:cNvGrpSpPr/>
          <p:nvPr/>
        </p:nvGrpSpPr>
        <p:grpSpPr>
          <a:xfrm>
            <a:off x="528080" y="331882"/>
            <a:ext cx="9838664" cy="6398158"/>
            <a:chOff x="4679950" y="1060931"/>
            <a:chExt cx="7210425" cy="46889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0E9A5A-3A4D-F37A-15E2-174540D841CE}"/>
                </a:ext>
              </a:extLst>
            </p:cNvPr>
            <p:cNvSpPr/>
            <p:nvPr/>
          </p:nvSpPr>
          <p:spPr bwMode="auto">
            <a:xfrm>
              <a:off x="4679950" y="1063625"/>
              <a:ext cx="7210425" cy="468630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AWS Cloud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162BC9F4-CB66-52F6-58C6-6A21799F0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679950" y="1060931"/>
              <a:ext cx="381000" cy="381000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479D8-0E75-110F-C67A-299E42E4B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051544" y="1337275"/>
            <a:ext cx="6953692" cy="5106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14" name="Graphic 13" descr="VPC group icon.">
            <a:extLst>
              <a:ext uri="{FF2B5EF4-FFF2-40B4-BE49-F238E27FC236}">
                <a16:creationId xmlns:a16="http://schemas.microsoft.com/office/drawing/2014/main" id="{234531A6-9374-44E2-EA6C-3AE51D996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048736" y="1349271"/>
            <a:ext cx="381000" cy="381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1C590FB-3E69-34B5-EB47-240866DAB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9075" y="1822871"/>
            <a:ext cx="2127575" cy="42908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F264F7C-1360-0E40-B79E-9CED80C5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229075" y="1822871"/>
            <a:ext cx="381000" cy="381000"/>
          </a:xfrm>
          <a:prstGeom prst="rect">
            <a:avLst/>
          </a:prstGeom>
        </p:spPr>
      </p:pic>
      <p:pic>
        <p:nvPicPr>
          <p:cNvPr id="19" name="Graphic 18" descr="Classic Load Balancer resource icon for the Elastic Load Balancing service.">
            <a:extLst>
              <a:ext uri="{FF2B5EF4-FFF2-40B4-BE49-F238E27FC236}">
                <a16:creationId xmlns:a16="http://schemas.microsoft.com/office/drawing/2014/main" id="{DE6D2EF0-EFE5-C080-0150-34EF20513E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0715" y="2404582"/>
            <a:ext cx="457200" cy="45720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CA5745B4-A631-24A2-4ABC-A5720F838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5060" y="2861782"/>
            <a:ext cx="125253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 (part of Beanstalk Environment)</a:t>
            </a:r>
          </a:p>
        </p:txBody>
      </p:sp>
      <p:pic>
        <p:nvPicPr>
          <p:cNvPr id="21" name="Graphic 20" descr="Instance instance icon for the Amazon EC2 service.">
            <a:extLst>
              <a:ext uri="{FF2B5EF4-FFF2-40B4-BE49-F238E27FC236}">
                <a16:creationId xmlns:a16="http://schemas.microsoft.com/office/drawing/2014/main" id="{D412ACA9-2C42-30D7-BC86-43C7719C76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56272" y="4026285"/>
            <a:ext cx="457200" cy="457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6399EB2-601E-2804-4095-0B818326A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392" y="4490628"/>
            <a:ext cx="13897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Bastion/</a:t>
            </a:r>
            <a:r>
              <a:rPr lang="en-US" altLang="en-US" sz="12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Jumpbox</a:t>
            </a:r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6BAEC4-0CB9-8530-BA3F-CD5E3E6B9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1099" y="1837321"/>
            <a:ext cx="2776740" cy="42908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subnets (divided by usage – some for RDS, some for Beanstalk, etc.)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6B7F3E79-0E24-16EC-5499-B638CF04E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541099" y="1854299"/>
            <a:ext cx="381000" cy="381000"/>
          </a:xfrm>
          <a:prstGeom prst="rect">
            <a:avLst/>
          </a:prstGeom>
        </p:spPr>
      </p:pic>
      <p:pic>
        <p:nvPicPr>
          <p:cNvPr id="25" name="Graphic 7" descr="AWS Elastic Beanstalk service icon.">
            <a:extLst>
              <a:ext uri="{FF2B5EF4-FFF2-40B4-BE49-F238E27FC236}">
                <a16:creationId xmlns:a16="http://schemas.microsoft.com/office/drawing/2014/main" id="{2FB63D3C-F774-05A1-13B9-EB7CA47D7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4873051" y="297796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8">
            <a:extLst>
              <a:ext uri="{FF2B5EF4-FFF2-40B4-BE49-F238E27FC236}">
                <a16:creationId xmlns:a16="http://schemas.microsoft.com/office/drawing/2014/main" id="{AF5A8C32-49C5-9FB8-AAB5-076FCC9E8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097" y="3839213"/>
            <a:ext cx="2268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Elastic Beanstalk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Web Tier</a:t>
            </a:r>
          </a:p>
        </p:txBody>
      </p:sp>
      <p:pic>
        <p:nvPicPr>
          <p:cNvPr id="2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13F41BA7-BADB-B535-F13C-2775BC743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4873051" y="485517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9">
            <a:extLst>
              <a:ext uri="{FF2B5EF4-FFF2-40B4-BE49-F238E27FC236}">
                <a16:creationId xmlns:a16="http://schemas.microsoft.com/office/drawing/2014/main" id="{175FE8FB-5B09-65FE-1443-130961B5E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3751" y="5618761"/>
            <a:ext cx="2243137" cy="2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RDS (Postgres)</a:t>
            </a:r>
          </a:p>
        </p:txBody>
      </p:sp>
      <p:pic>
        <p:nvPicPr>
          <p:cNvPr id="29" name="Graphic 17" descr="AWS Secrets Manager service icon.">
            <a:extLst>
              <a:ext uri="{FF2B5EF4-FFF2-40B4-BE49-F238E27FC236}">
                <a16:creationId xmlns:a16="http://schemas.microsoft.com/office/drawing/2014/main" id="{F90C8854-7CDE-7A98-25E5-CEABCE35D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4123751" y="394758"/>
            <a:ext cx="447513" cy="44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1">
            <a:extLst>
              <a:ext uri="{FF2B5EF4-FFF2-40B4-BE49-F238E27FC236}">
                <a16:creationId xmlns:a16="http://schemas.microsoft.com/office/drawing/2014/main" id="{6FDE3151-5E86-92AE-82B9-9337F77F4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062" y="794815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Secrets Manager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DD81C44A-B0ED-616D-24BC-1276E5FBB00E}"/>
              </a:ext>
            </a:extLst>
          </p:cNvPr>
          <p:cNvCxnSpPr>
            <a:cxnSpLocks/>
            <a:stCxn id="33" idx="1"/>
            <a:endCxn id="42" idx="3"/>
          </p:cNvCxnSpPr>
          <p:nvPr/>
        </p:nvCxnSpPr>
        <p:spPr>
          <a:xfrm rot="10800000" flipV="1">
            <a:off x="5917795" y="4500269"/>
            <a:ext cx="1740813" cy="8638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B9B6484-D0E8-D583-F852-E06DCE1E4706}"/>
              </a:ext>
            </a:extLst>
          </p:cNvPr>
          <p:cNvSpPr/>
          <p:nvPr/>
        </p:nvSpPr>
        <p:spPr>
          <a:xfrm>
            <a:off x="7658607" y="3960671"/>
            <a:ext cx="1327486" cy="10791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766FBB3-FBCE-6946-E160-C91DDCDAA088}"/>
              </a:ext>
            </a:extLst>
          </p:cNvPr>
          <p:cNvCxnSpPr>
            <a:cxnSpLocks/>
            <a:stCxn id="33" idx="1"/>
            <a:endCxn id="41" idx="3"/>
          </p:cNvCxnSpPr>
          <p:nvPr/>
        </p:nvCxnSpPr>
        <p:spPr>
          <a:xfrm rot="10800000">
            <a:off x="6095999" y="3562635"/>
            <a:ext cx="1562608" cy="93763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6FD2D8A7-B059-3079-9A8F-3454192AEB44}"/>
              </a:ext>
            </a:extLst>
          </p:cNvPr>
          <p:cNvCxnSpPr>
            <a:cxnSpLocks/>
            <a:stCxn id="26" idx="2"/>
            <a:endCxn id="42" idx="0"/>
          </p:cNvCxnSpPr>
          <p:nvPr/>
        </p:nvCxnSpPr>
        <p:spPr>
          <a:xfrm rot="16200000" flipH="1">
            <a:off x="4980863" y="4551380"/>
            <a:ext cx="523691" cy="2268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A7E000E-58CB-74B1-95AE-60F7572BC78A}"/>
              </a:ext>
            </a:extLst>
          </p:cNvPr>
          <p:cNvSpPr/>
          <p:nvPr/>
        </p:nvSpPr>
        <p:spPr>
          <a:xfrm>
            <a:off x="7633952" y="2346905"/>
            <a:ext cx="1327486" cy="13458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CC7AE4-3909-F9AD-68D7-FA02C1D89125}"/>
              </a:ext>
            </a:extLst>
          </p:cNvPr>
          <p:cNvSpPr/>
          <p:nvPr/>
        </p:nvSpPr>
        <p:spPr>
          <a:xfrm>
            <a:off x="4386750" y="2839093"/>
            <a:ext cx="1709249" cy="1447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F4E0F0-2957-A244-9188-C609D781CB90}"/>
              </a:ext>
            </a:extLst>
          </p:cNvPr>
          <p:cNvSpPr/>
          <p:nvPr/>
        </p:nvSpPr>
        <p:spPr>
          <a:xfrm>
            <a:off x="4590308" y="4824569"/>
            <a:ext cx="1327486" cy="10791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1CAFD1-1649-03CC-8AF4-CF6E90991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223" y="5757261"/>
            <a:ext cx="13897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 Docker Task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0EB4FC4-7C95-38CB-85CB-D25CD2C1D313}"/>
              </a:ext>
            </a:extLst>
          </p:cNvPr>
          <p:cNvSpPr/>
          <p:nvPr/>
        </p:nvSpPr>
        <p:spPr>
          <a:xfrm>
            <a:off x="7714438" y="5188312"/>
            <a:ext cx="1327486" cy="852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Graphic 51" descr="Task resource icon for the Amazon ECS service.">
            <a:extLst>
              <a:ext uri="{FF2B5EF4-FFF2-40B4-BE49-F238E27FC236}">
                <a16:creationId xmlns:a16="http://schemas.microsoft.com/office/drawing/2014/main" id="{B8278CBA-5719-BCFE-DBD8-7AFE45D9A0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18473" y="5253650"/>
            <a:ext cx="457200" cy="457200"/>
          </a:xfrm>
          <a:prstGeom prst="rect">
            <a:avLst/>
          </a:prstGeom>
        </p:spPr>
      </p:pic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FAE8FC98-DC69-B7E8-AE26-559D92127BDD}"/>
              </a:ext>
            </a:extLst>
          </p:cNvPr>
          <p:cNvCxnSpPr>
            <a:stCxn id="51" idx="1"/>
          </p:cNvCxnSpPr>
          <p:nvPr/>
        </p:nvCxnSpPr>
        <p:spPr>
          <a:xfrm rot="10800000">
            <a:off x="5917794" y="5614570"/>
            <a:ext cx="179664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Graphic 17" descr="AWS Step Functions service icon.">
            <a:extLst>
              <a:ext uri="{FF2B5EF4-FFF2-40B4-BE49-F238E27FC236}">
                <a16:creationId xmlns:a16="http://schemas.microsoft.com/office/drawing/2014/main" id="{314E2E70-AA03-913F-5AB2-1822911FC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1391449" y="288881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9">
            <a:extLst>
              <a:ext uri="{FF2B5EF4-FFF2-40B4-BE49-F238E27FC236}">
                <a16:creationId xmlns:a16="http://schemas.microsoft.com/office/drawing/2014/main" id="{2BC5FFBE-7B73-05A9-25C5-085DCFC6E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12" y="3653987"/>
            <a:ext cx="2268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Step Functions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CEFA6C2D-677E-A220-55D8-BBC570E87BE7}"/>
              </a:ext>
            </a:extLst>
          </p:cNvPr>
          <p:cNvCxnSpPr>
            <a:stCxn id="41" idx="1"/>
            <a:endCxn id="55" idx="3"/>
          </p:cNvCxnSpPr>
          <p:nvPr/>
        </p:nvCxnSpPr>
        <p:spPr>
          <a:xfrm rot="10800000">
            <a:off x="2153450" y="3269813"/>
            <a:ext cx="2233301" cy="2928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AE812569-186C-EBC1-651C-ED6756C4233E}"/>
              </a:ext>
            </a:extLst>
          </p:cNvPr>
          <p:cNvCxnSpPr>
            <a:cxnSpLocks/>
            <a:stCxn id="56" idx="2"/>
            <a:endCxn id="51" idx="2"/>
          </p:cNvCxnSpPr>
          <p:nvPr/>
        </p:nvCxnSpPr>
        <p:spPr>
          <a:xfrm rot="16200000" flipH="1">
            <a:off x="4012061" y="1674706"/>
            <a:ext cx="2109841" cy="6622400"/>
          </a:xfrm>
          <a:prstGeom prst="bentConnector3">
            <a:avLst>
              <a:gd name="adj1" fmla="val 1269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Graphic 23" descr="A representation of a general resource icon.">
            <a:extLst>
              <a:ext uri="{FF2B5EF4-FFF2-40B4-BE49-F238E27FC236}">
                <a16:creationId xmlns:a16="http://schemas.microsoft.com/office/drawing/2014/main" id="{D244DE63-C88F-B4A8-5660-576DF3AC5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 flipH="1">
            <a:off x="11066049" y="438527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12CA8384-047E-24AB-3A3A-0AE323BA7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9987" y="4902502"/>
            <a:ext cx="13897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Developers Accessing Databases, Servers, etc.</a:t>
            </a:r>
          </a:p>
        </p:txBody>
      </p:sp>
      <p:pic>
        <p:nvPicPr>
          <p:cNvPr id="65" name="Graphic 23" descr="A representation of a general resource icon.">
            <a:extLst>
              <a:ext uri="{FF2B5EF4-FFF2-40B4-BE49-F238E27FC236}">
                <a16:creationId xmlns:a16="http://schemas.microsoft.com/office/drawing/2014/main" id="{0C96354F-A94D-CF4A-4DB0-1EBCC4BD5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 flipH="1">
            <a:off x="11096537" y="176539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74743780-1EE5-E02F-A953-6571AC6FB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0475" y="2282626"/>
            <a:ext cx="13897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Users</a:t>
            </a: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C34BBEBB-D4C9-F188-8C0C-BC7076A50B05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 flipV="1">
            <a:off x="6095998" y="3019842"/>
            <a:ext cx="1537954" cy="3263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8ED1AC02-9D66-E7B9-2F47-7036A4549E03}"/>
              </a:ext>
            </a:extLst>
          </p:cNvPr>
          <p:cNvCxnSpPr>
            <a:cxnSpLocks/>
            <a:endCxn id="40" idx="3"/>
          </p:cNvCxnSpPr>
          <p:nvPr/>
        </p:nvCxnSpPr>
        <p:spPr>
          <a:xfrm rot="10800000" flipV="1">
            <a:off x="8961438" y="2203868"/>
            <a:ext cx="1891204" cy="8159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Graphic 31" descr="Bucket with objects resource icon for the S3 service.">
            <a:extLst>
              <a:ext uri="{FF2B5EF4-FFF2-40B4-BE49-F238E27FC236}">
                <a16:creationId xmlns:a16="http://schemas.microsoft.com/office/drawing/2014/main" id="{D225C10E-6BF2-443B-4B72-C855AFC83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6416101" y="34558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label2">
            <a:extLst>
              <a:ext uri="{FF2B5EF4-FFF2-40B4-BE49-F238E27FC236}">
                <a16:creationId xmlns:a16="http://schemas.microsoft.com/office/drawing/2014/main" id="{79F247A5-582E-EC2B-1ECB-6B8C0CE43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604" y="830562"/>
            <a:ext cx="22278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S3 Model Output Storage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7896717E-3111-3B01-55DD-798B1BB68FE7}"/>
              </a:ext>
            </a:extLst>
          </p:cNvPr>
          <p:cNvCxnSpPr>
            <a:cxnSpLocks/>
            <a:endCxn id="33" idx="3"/>
          </p:cNvCxnSpPr>
          <p:nvPr/>
        </p:nvCxnSpPr>
        <p:spPr>
          <a:xfrm rot="10800000">
            <a:off x="8986093" y="4500269"/>
            <a:ext cx="1785530" cy="3549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7C16EDDC-21C5-B808-A059-01C1337A9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8450516" y="384037"/>
            <a:ext cx="535577" cy="535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label2">
            <a:extLst>
              <a:ext uri="{FF2B5EF4-FFF2-40B4-BE49-F238E27FC236}">
                <a16:creationId xmlns:a16="http://schemas.microsoft.com/office/drawing/2014/main" id="{4A94F2E4-EC2D-A87F-0F60-7DE8D8C48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38" y="960568"/>
            <a:ext cx="22278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Elastic Container Registry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1714CFF9-D182-18DD-ACB5-2EF7F42AFB6C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9041924" y="4652669"/>
            <a:ext cx="96569" cy="9619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01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77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Feiler, Tom</dc:creator>
  <cp:lastModifiedBy>Feiler, Tom</cp:lastModifiedBy>
  <cp:revision>2</cp:revision>
  <dcterms:created xsi:type="dcterms:W3CDTF">2024-07-12T21:05:11Z</dcterms:created>
  <dcterms:modified xsi:type="dcterms:W3CDTF">2024-07-12T21:39:59Z</dcterms:modified>
</cp:coreProperties>
</file>